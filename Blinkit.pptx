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67" r:id="rId4"/>
    <p:sldId id="259" r:id="rId5"/>
    <p:sldId id="260" r:id="rId6"/>
    <p:sldId id="261" r:id="rId7"/>
    <p:sldId id="262" r:id="rId8"/>
    <p:sldId id="263" r:id="rId9"/>
    <p:sldId id="272" r:id="rId10"/>
    <p:sldId id="273" r:id="rId11"/>
    <p:sldId id="264" r:id="rId12"/>
    <p:sldId id="265" r:id="rId13"/>
    <p:sldId id="268" r:id="rId14"/>
    <p:sldId id="269" r:id="rId15"/>
    <p:sldId id="270" r:id="rId16"/>
    <p:sldId id="266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ECCA0-A614-D28E-AED9-B36061FC2A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0B417A-16AB-626A-4238-4EBD99FA58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3CAC3-FAD5-25DA-53D2-32F3A44E7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30D14-B5CA-425A-9B42-9ED9CC1D1F50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91CD3-9E03-1CF6-B4A3-F2E1C86BC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1D3FD-FE22-3FE4-151B-8B25C70DA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ED602-C95E-4A5B-ADE5-2B3F3D0051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240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5E556-09ED-075E-7053-9EB49956A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E60E9-4EB0-D359-5D29-F51C7BE3C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87456-0745-EDBC-4420-FA431A919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30D14-B5CA-425A-9B42-9ED9CC1D1F50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A0D45-51BF-0198-3139-637707114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FBFFA-C4B4-250B-1C3D-7EE6702A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ED602-C95E-4A5B-ADE5-2B3F3D0051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45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32EBC-16BD-3C74-9769-1CAED6351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3E100-2C3D-AF11-F4E7-CD4EC9296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334BA-ED49-A681-2C8A-89FCF5176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30D14-B5CA-425A-9B42-9ED9CC1D1F50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EBF7D-D3E0-5478-719D-B7932B483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5CCF9-76B5-FEC3-448D-2F1ABB311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ED602-C95E-4A5B-ADE5-2B3F3D0051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868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A7EB8-DA34-0706-AD24-3C102972B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F90DC-C6FF-679D-E724-F2F5A3F345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BD2ECD-BCD4-E0FD-A59A-7BE5A736A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2728C-CA7F-3E21-B707-09B4CB4AD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30D14-B5CA-425A-9B42-9ED9CC1D1F50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1EBF67-0C39-D7AD-6440-588B18E7E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9ACAA9-0DE5-D570-0DB1-480950211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ED602-C95E-4A5B-ADE5-2B3F3D0051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314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2200E-24CC-B990-E65A-19F9D2A91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B6DE1-FAF0-EB42-DFB4-63148CE5D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B79F89-18F4-A8AE-E750-CAE2D1C282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031DEA-5381-27A4-B15A-F118DC38E1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FB85A9-1871-AA28-69C0-064EE26228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0DA197-CD95-AD39-F1F3-8D40DC2E9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30D14-B5CA-425A-9B42-9ED9CC1D1F50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CEF513-71B1-BA58-BD3C-A834C74EB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E88652-F914-9308-36A7-7F0807F1F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ED602-C95E-4A5B-ADE5-2B3F3D0051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98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7D659-F4DF-BC24-AA2F-282C9E894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0C7F65-9B56-357D-9891-2AC8F9C91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30D14-B5CA-425A-9B42-9ED9CC1D1F50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097DCB-ED7F-DC02-FEDD-CF35DB22D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617BCC-F9F5-F5CF-4007-931775E82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ED602-C95E-4A5B-ADE5-2B3F3D0051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5575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4FA7F8-2123-5374-5EDE-ECBDE92B1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30D14-B5CA-425A-9B42-9ED9CC1D1F50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E1BC93-4AD5-BA59-CAC3-D1BC9EAF2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5E188-6635-3BAA-4B28-FE71A36F7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ED602-C95E-4A5B-ADE5-2B3F3D0051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999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40358-0559-BD54-8DB0-EB4D60903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32311-9846-8058-AA31-D00DD2366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78AE54-4EF5-E2CA-F76C-CED6C6FD3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5A1FF-361B-D883-FBB5-2B26B96DD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30D14-B5CA-425A-9B42-9ED9CC1D1F50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921C8-C78E-E61E-18D6-F191E7BFB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0578A-F481-FE17-066F-CBB4C145C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ED602-C95E-4A5B-ADE5-2B3F3D0051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241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E9C0A-A15C-0097-5436-6587B6324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801572-9DF3-FEE7-ADCD-AFB63D7A4E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6FC3CC-50F0-661D-F582-CDA5BFEA37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C45570-C2E7-6D04-953D-224D9FB21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30D14-B5CA-425A-9B42-9ED9CC1D1F50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8F8134-D081-21A4-8CC7-31BA0FA7F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231468-0F8B-E96B-A951-109B6198C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ED602-C95E-4A5B-ADE5-2B3F3D0051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812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479C8-9546-F977-F71F-5A3865CCD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ADFD70-F0D6-CF80-5288-3269872A08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43A97-075A-37BA-AB25-D46129756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30D14-B5CA-425A-9B42-9ED9CC1D1F50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C65F5-4ADD-AB0E-CB0D-259F01D29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A492B-BC49-71B6-5314-97F755621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ED602-C95E-4A5B-ADE5-2B3F3D0051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2088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F62E6B-F56D-9CA5-51CD-357492CD28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7B3FD9-6584-3D4B-CEC0-F21896188D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8E5BE-AF99-A3E5-1628-621D34FB0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30D14-B5CA-425A-9B42-9ED9CC1D1F50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DF2AE-E08B-6CDB-335C-FBA792671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1E109-6734-D717-A65C-E70FCC4AE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ED602-C95E-4A5B-ADE5-2B3F3D0051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803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342EC9-B6EA-CC7F-C3C7-BE17205A1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A5058D-4485-0076-CA79-535864578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166C0-5720-B825-0DAD-1787E6C15F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30D14-B5CA-425A-9B42-9ED9CC1D1F50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DEDB3-4BA0-4FFB-6360-0EF5BDB71F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80BF7-42A6-9662-7E77-CBEB59D08C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7ED602-C95E-4A5B-ADE5-2B3F3D0051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8202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4A44E1-B326-FC3D-45A6-F9C4AFF703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"/>
            <a:ext cx="12186929" cy="6858003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9FCD6DA2-7696-EC33-465B-0FE4B34DF2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9592" y="5120190"/>
            <a:ext cx="4047744" cy="356616"/>
          </a:xfrm>
        </p:spPr>
        <p:txBody>
          <a:bodyPr>
            <a:normAutofit fontScale="85000"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 GAVASKAR S</a:t>
            </a:r>
          </a:p>
        </p:txBody>
      </p:sp>
    </p:spTree>
    <p:extLst>
      <p:ext uri="{BB962C8B-B14F-4D97-AF65-F5344CB8AC3E}">
        <p14:creationId xmlns:p14="http://schemas.microsoft.com/office/powerpoint/2010/main" val="1926667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212CB-6EB6-A5E2-6D75-B56C061FD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6711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BCF6E-8208-AAFD-E6F5-DBEF79ECB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8914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Power BI Dashboard Creation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Raw data to insights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Business Decision Supports</a:t>
            </a:r>
          </a:p>
        </p:txBody>
      </p:sp>
    </p:spTree>
    <p:extLst>
      <p:ext uri="{BB962C8B-B14F-4D97-AF65-F5344CB8AC3E}">
        <p14:creationId xmlns:p14="http://schemas.microsoft.com/office/powerpoint/2010/main" val="2336477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5EB10-15F9-CE08-96CD-E0A54EA02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32935-F8E4-EE7D-02F8-C90242CC8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904936"/>
            <a:ext cx="6096000" cy="42581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conduct a comprehensive analysis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Blinkit’s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Performance,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Satisfaction,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Inventory Distribution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key insights and opportunities for optimization using various KPIs and visualizations in Power BI.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2E9AB1-985E-6F24-43CF-641D65AB4A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7" t="4071" r="2011" b="6128"/>
          <a:stretch>
            <a:fillRect/>
          </a:stretch>
        </p:blipFill>
        <p:spPr>
          <a:xfrm>
            <a:off x="694945" y="2203704"/>
            <a:ext cx="5038344" cy="239572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55492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EC099-DA19-702B-23BC-31878E2D5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4147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C736E-3253-EF12-478D-848F85F9D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352" y="2504998"/>
            <a:ext cx="5343144" cy="1848003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 BI Desktop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Set Source (excel/.csv)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DAX (Data Analysis Expressions)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93B6F3-B1B5-1C06-5BAC-29D06653B1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6418" y="1580996"/>
            <a:ext cx="1980000" cy="18480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2F30E8-D2C2-4975-96AB-E6DC829259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2423" y="2633929"/>
            <a:ext cx="1888526" cy="18885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8BF547-F411-D959-80D5-954E9A6390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5543" y="4394439"/>
            <a:ext cx="1993204" cy="1901139"/>
          </a:xfrm>
          <a:prstGeom prst="rect">
            <a:avLst/>
          </a:prstGeom>
        </p:spPr>
      </p:pic>
      <p:sp>
        <p:nvSpPr>
          <p:cNvPr id="10" name="Arrow: Curved Down 9">
            <a:extLst>
              <a:ext uri="{FF2B5EF4-FFF2-40B4-BE49-F238E27FC236}">
                <a16:creationId xmlns:a16="http://schemas.microsoft.com/office/drawing/2014/main" id="{97E1D4DE-4433-88C4-61BC-DBA85C745B52}"/>
              </a:ext>
            </a:extLst>
          </p:cNvPr>
          <p:cNvSpPr/>
          <p:nvPr/>
        </p:nvSpPr>
        <p:spPr>
          <a:xfrm rot="1602804">
            <a:off x="9550480" y="3691687"/>
            <a:ext cx="912521" cy="525705"/>
          </a:xfrm>
          <a:prstGeom prst="curvedDown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Arrow: Curved Down 10">
            <a:extLst>
              <a:ext uri="{FF2B5EF4-FFF2-40B4-BE49-F238E27FC236}">
                <a16:creationId xmlns:a16="http://schemas.microsoft.com/office/drawing/2014/main" id="{09736B65-8273-1507-9936-46B5C1D2E459}"/>
              </a:ext>
            </a:extLst>
          </p:cNvPr>
          <p:cNvSpPr/>
          <p:nvPr/>
        </p:nvSpPr>
        <p:spPr>
          <a:xfrm rot="1602804">
            <a:off x="7566887" y="2426612"/>
            <a:ext cx="831466" cy="414635"/>
          </a:xfrm>
          <a:prstGeom prst="curvedDown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952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5DB1C-D83C-717B-8F67-95A4FFA08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3BA81-ADD3-2929-680B-7F3BDCFB9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4872" y="2790869"/>
            <a:ext cx="4867656" cy="183197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Raw Business Data in GitHub in the form of .excel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in to the Power BI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7D24AA-A662-86EA-239C-B334CD53FD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9" t="9300" r="7024" b="11337"/>
          <a:stretch>
            <a:fillRect/>
          </a:stretch>
        </p:blipFill>
        <p:spPr>
          <a:xfrm>
            <a:off x="1637477" y="2474814"/>
            <a:ext cx="4339652" cy="284813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4606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0E0A3-48CF-4E43-A408-F600539B8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96C70-8848-ACB1-1B23-9678CC92A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616" y="2320988"/>
            <a:ext cx="5358384" cy="221602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Removes Duplicates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 Missing Values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Changing the Correct Data Type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404922-4A53-93D6-8EFB-83F0559017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39" b="5096"/>
          <a:stretch>
            <a:fillRect/>
          </a:stretch>
        </p:blipFill>
        <p:spPr>
          <a:xfrm>
            <a:off x="6196584" y="1828800"/>
            <a:ext cx="5619065" cy="32004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2630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34A7F-5B92-27C6-1A1A-D62F6E478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80F7F-97D6-FC9C-AF14-6DE6A53D0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3248" y="2801048"/>
            <a:ext cx="6269736" cy="125590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Fact &amp; Dimension Table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create One – to – Many relationships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64E574-6C10-FF49-AA31-71E794C566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03"/>
          <a:stretch>
            <a:fillRect/>
          </a:stretch>
        </p:blipFill>
        <p:spPr>
          <a:xfrm>
            <a:off x="207264" y="1896850"/>
            <a:ext cx="5141976" cy="3225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874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FA8A0-FD39-60C4-D4BA-AE08F59EA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&amp; CALCULATIONS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AD155-936A-4F5D-F2F0-3B082333F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4856" y="2703618"/>
            <a:ext cx="3084576" cy="176796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Sales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Profit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KPIs Using DAX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B07268-F363-5F12-D899-87ADFDA678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824" y="1690688"/>
            <a:ext cx="4892040" cy="189691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5A7CEC1-E9C5-F0BE-376F-0919729196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9" t="11765" b="-1"/>
          <a:stretch>
            <a:fillRect/>
          </a:stretch>
        </p:blipFill>
        <p:spPr>
          <a:xfrm>
            <a:off x="5449824" y="4027193"/>
            <a:ext cx="4029669" cy="28579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53552C2-7057-32A5-235B-A47C96D8E8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824" y="4571574"/>
            <a:ext cx="3924848" cy="28579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1908BC9-0F7F-1DD4-6D88-ED3CDA65C0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65" b="-1"/>
          <a:stretch>
            <a:fillRect/>
          </a:stretch>
        </p:blipFill>
        <p:spPr>
          <a:xfrm>
            <a:off x="5449824" y="5154060"/>
            <a:ext cx="4210638" cy="28579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FF8904A-3338-62A1-893D-B9210F97AD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8403" y="5698441"/>
            <a:ext cx="4229690" cy="22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955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14A1B-29CC-0DD4-F2D2-984FDEF38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22E4F-E4DC-425A-8CF1-86EE97F41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3752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Rating: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Rating = AVERAGE (‘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BlinkIT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Grocery Data’[Rating])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Sales: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= AVERAGE (‘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BlinkIT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Grocery Data’[Sales])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of Items: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of Items = COUNTROWS('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BlinkIT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Grocery Data’)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 = SUM('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BlinkIT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Grocery Data'[Sales])</a:t>
            </a:r>
          </a:p>
        </p:txBody>
      </p:sp>
    </p:spTree>
    <p:extLst>
      <p:ext uri="{BB962C8B-B14F-4D97-AF65-F5344CB8AC3E}">
        <p14:creationId xmlns:p14="http://schemas.microsoft.com/office/powerpoint/2010/main" val="3511933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7B19B-1526-9274-CCFD-0E7894116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730C0-7ED5-98FE-7280-0DD84ACC1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184" y="1825625"/>
            <a:ext cx="11375136" cy="328587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("Total sales", NAMEOF('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BlinkIT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Grocery Data'[Total sales]), 0),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("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sales", NAMEOF('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BlinkIT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Grocery Data'[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sales]), 1),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("No of Items", NAMEOF('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BlinkIT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Grocery Data'[No of Items]), 2),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("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Rating", NAMEOF('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BlinkIT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Grocery Data'[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Rating]), 3)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CDC266-858D-73BC-22AD-6A124850A32A}"/>
              </a:ext>
            </a:extLst>
          </p:cNvPr>
          <p:cNvSpPr txBox="1"/>
          <p:nvPr/>
        </p:nvSpPr>
        <p:spPr>
          <a:xfrm>
            <a:off x="188976" y="5020056"/>
            <a:ext cx="118140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NAMEOF is a DAX function used to safely reference column or measure names as text.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in dynamic metric selection and avoids errors when column names change.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288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3EFE8-876A-C6C1-A6EB-C8085E9FE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DESING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80390-86F1-0DF7-D31C-18FB1142D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0808" y="1926209"/>
            <a:ext cx="3441192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Bar Chart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Clustered Bar Chart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Stacked Bar Chart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Line Chart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Matrix Table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Donut Chart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Funnel Chart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KPI Cards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4097F4-C844-CB4A-4B33-894E495D78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44" y="1503116"/>
            <a:ext cx="8578668" cy="4897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631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70890-B550-FEFC-2841-6BB0F3946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3F30F-CCE4-94C0-D1DB-29FBD31FD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224" y="2549588"/>
            <a:ext cx="3139440" cy="175882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Slicers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Cross Filtering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Drill – Down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49B729E-ADCC-BB78-FBF5-14D2ECA22E7D}"/>
              </a:ext>
            </a:extLst>
          </p:cNvPr>
          <p:cNvGrpSpPr/>
          <p:nvPr/>
        </p:nvGrpSpPr>
        <p:grpSpPr>
          <a:xfrm>
            <a:off x="4072961" y="1947655"/>
            <a:ext cx="7421520" cy="2962688"/>
            <a:chOff x="4072961" y="1947655"/>
            <a:chExt cx="7421520" cy="2962688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71E2E679-1060-C8F8-701B-63C9ED6EFB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961" y="1947655"/>
              <a:ext cx="1705213" cy="2962688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6620F9CA-8B80-5EB8-9EAC-11342DC3FD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47879" y="1947655"/>
              <a:ext cx="4191585" cy="342948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EE183771-F0FC-E612-4854-17A5CA43B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47879" y="2597012"/>
              <a:ext cx="5546602" cy="22136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92026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7F39B-4312-6FCB-8635-BE5712E5D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KPI’S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E2954-96F6-F552-CB62-94CBB94A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6168" y="2042096"/>
            <a:ext cx="5958840" cy="2773807"/>
          </a:xfrm>
        </p:spPr>
        <p:txBody>
          <a:bodyPr>
            <a:normAutofit fontScale="92500" lnSpcReduction="20000"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Sales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overall revenue generated from all items sold.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 Sales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average revenue per sale.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Number of Items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total count of different items sold.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 Rating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average customer rating for items sold.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AF8E57-C839-45A3-1945-D3A8098E41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67" y="2363747"/>
            <a:ext cx="5073575" cy="213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346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14C0B-B8F5-3B40-43BE-77BEA8391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2739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CHART’S REQUIREMENTS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C4B56-1629-1675-1259-60C42C683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222" y="1197864"/>
            <a:ext cx="11762994" cy="5495544"/>
          </a:xfrm>
        </p:spPr>
        <p:txBody>
          <a:bodyPr>
            <a:normAutofit lnSpcReduction="10000"/>
          </a:bodyPr>
          <a:lstStyle/>
          <a:p>
            <a:pPr lv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 by Fat Content:</a:t>
            </a:r>
          </a:p>
          <a:p>
            <a:pPr lvl="2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the impact of fat content on total sales.</a:t>
            </a:r>
          </a:p>
          <a:p>
            <a:pPr lvl="2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KPI Metrics: 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 how other KPIs (Average Sales, Number of Items, Average Rating) vary with fat content.</a:t>
            </a:r>
          </a:p>
          <a:p>
            <a:pPr lvl="2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Type: 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Donut Chart</a:t>
            </a:r>
          </a:p>
          <a:p>
            <a:pPr lv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 by Item Type:</a:t>
            </a:r>
          </a:p>
          <a:p>
            <a:pPr lvl="2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 the performance of different item types in terms of total sales.</a:t>
            </a:r>
          </a:p>
          <a:p>
            <a:pPr lvl="2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KPI Metrics: 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 how other KPIs (Average Sales, Number of Items, Average Rating) vary with fat content.</a:t>
            </a:r>
          </a:p>
          <a:p>
            <a:pPr lvl="2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Type: 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</a:t>
            </a:r>
          </a:p>
          <a:p>
            <a:pPr lv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 Content by Outlet for Total Sales:</a:t>
            </a:r>
          </a:p>
          <a:p>
            <a:pPr lvl="2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total sales across different outlets segmented by fat content.</a:t>
            </a:r>
          </a:p>
          <a:p>
            <a:pPr lvl="2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KPI Metrics: 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 how other KPIs (Average Sales, Number of Items, Average Rating) vary with fat content.</a:t>
            </a:r>
          </a:p>
          <a:p>
            <a:pPr lvl="2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Type: 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Stacked Bar Chart</a:t>
            </a:r>
          </a:p>
        </p:txBody>
      </p:sp>
    </p:spTree>
    <p:extLst>
      <p:ext uri="{BB962C8B-B14F-4D97-AF65-F5344CB8AC3E}">
        <p14:creationId xmlns:p14="http://schemas.microsoft.com/office/powerpoint/2010/main" val="485850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D163-3078-C2D5-78E9-D4478CA4A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CHART’S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F808D-87F2-818B-5D2D-23A44688F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48" y="1690688"/>
            <a:ext cx="11076432" cy="4802187"/>
          </a:xfrm>
        </p:spPr>
        <p:txBody>
          <a:bodyPr>
            <a:normAutofit/>
          </a:bodyPr>
          <a:lstStyle/>
          <a:p>
            <a:pPr marR="0" lv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 by Outlet Establishment:</a:t>
            </a:r>
          </a:p>
          <a:p>
            <a:pPr lvl="2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how the age or type of outlet establishment influences total sales.</a:t>
            </a:r>
          </a:p>
          <a:p>
            <a:pPr lvl="2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Type: 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</a:t>
            </a:r>
            <a:endParaRPr lang="en-US" alt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by Outlet Size: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 the correlation between outlet size and total sales.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Type: 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Donut/Pie Chart</a:t>
            </a:r>
            <a:endParaRPr lang="en-US" alt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by Outlet Location: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 the geographic distribution of sales across different locations.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Type: 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Funnel Chart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Metrics by Outlet Type: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comprehensive view of all key metrics (Total Sales, Average Sales, Number of Items, Average Rating) broken down by different outlet types.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Type: 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Card</a:t>
            </a:r>
            <a:endParaRPr lang="en-US" alt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940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75518-3151-4CF5-14C9-1523AA897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35938-2945-8068-AEC8-FD1A796BF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Analysis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Trend Identification</a:t>
            </a:r>
          </a:p>
        </p:txBody>
      </p:sp>
    </p:spTree>
    <p:extLst>
      <p:ext uri="{BB962C8B-B14F-4D97-AF65-F5344CB8AC3E}">
        <p14:creationId xmlns:p14="http://schemas.microsoft.com/office/powerpoint/2010/main" val="5959763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A2EC42-8F21-DEB1-8181-0E8AC2E59E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122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678</Words>
  <Application>Microsoft Office PowerPoint</Application>
  <PresentationFormat>Widescreen</PresentationFormat>
  <Paragraphs>95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PROJECT OVERVIEW</vt:lpstr>
      <vt:lpstr>BUSINESS REQUIREMENTS</vt:lpstr>
      <vt:lpstr>TOOLS USED</vt:lpstr>
      <vt:lpstr>DATA COLLECTIONS</vt:lpstr>
      <vt:lpstr>DATA CLEANING</vt:lpstr>
      <vt:lpstr>DATA MODELLING</vt:lpstr>
      <vt:lpstr>MEASURES &amp; CALCULATIONS</vt:lpstr>
      <vt:lpstr>CALCULATIONS</vt:lpstr>
      <vt:lpstr>METRICS</vt:lpstr>
      <vt:lpstr>DASHBOARD DESING</vt:lpstr>
      <vt:lpstr>INTERACTIVE</vt:lpstr>
      <vt:lpstr>KPI’S REQUIREMENTS</vt:lpstr>
      <vt:lpstr>CHART’S REQUIREMENTS</vt:lpstr>
      <vt:lpstr>CHART’S REQUIREMENTS</vt:lpstr>
      <vt:lpstr>BUSINESS INSIGHTS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Gavas S</dc:creator>
  <cp:lastModifiedBy>Gavas S</cp:lastModifiedBy>
  <cp:revision>4</cp:revision>
  <dcterms:created xsi:type="dcterms:W3CDTF">2026-01-18T08:35:10Z</dcterms:created>
  <dcterms:modified xsi:type="dcterms:W3CDTF">2026-01-25T10:11:22Z</dcterms:modified>
</cp:coreProperties>
</file>